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7b1571a144a27" /><Relationship Type="http://schemas.openxmlformats.org/officeDocument/2006/relationships/extended-properties" Target="/docProps/app.xml" Id="Rc03bb4408f2a4612" /><Relationship Type="http://schemas.openxmlformats.org/officeDocument/2006/relationships/officeDocument" Target="/ppt/presentation.xml" Id="R87c667232b5445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d63e4d947f4adc"/>
  </p:sldMasterIdLst>
  <p:notesMasterIdLst>
    <p:notesMasterId xmlns:r="http://schemas.openxmlformats.org/officeDocument/2006/relationships" r:id="Rcad9ee3965394bb1"/>
  </p:notesMasterIdLst>
  <p:sldIdLst>
    <p:sldId xmlns:r="http://schemas.openxmlformats.org/officeDocument/2006/relationships" id="256" r:id="R2887162df25b4fad"/>
    <p:sldId xmlns:r="http://schemas.openxmlformats.org/officeDocument/2006/relationships" id="257" r:id="R05c1e342fdc74edd"/>
    <p:sldId xmlns:r="http://schemas.openxmlformats.org/officeDocument/2006/relationships" id="258" r:id="R61ddb1dded024b3d"/>
    <p:sldId xmlns:r="http://schemas.openxmlformats.org/officeDocument/2006/relationships" id="259" r:id="R5f68377580934a1c"/>
    <p:sldId xmlns:r="http://schemas.openxmlformats.org/officeDocument/2006/relationships" id="260" r:id="Ra215b3b4c8c043ea"/>
    <p:sldId xmlns:r="http://schemas.openxmlformats.org/officeDocument/2006/relationships" id="261" r:id="Rf74d098ac8ca4773"/>
    <p:sldId xmlns:r="http://schemas.openxmlformats.org/officeDocument/2006/relationships" id="262" r:id="Rb093f1e123ce4f34"/>
    <p:sldId xmlns:r="http://schemas.openxmlformats.org/officeDocument/2006/relationships" id="263" r:id="R0caeb28340174409"/>
    <p:sldId xmlns:r="http://schemas.openxmlformats.org/officeDocument/2006/relationships" id="264" r:id="R14c74047df63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f115eafc244b8" /><Relationship Type="http://schemas.openxmlformats.org/officeDocument/2006/relationships/slideMaster" Target="/ppt/slideMasters/slideMaster1.xml" Id="R94d63e4d947f4adc" /><Relationship Type="http://schemas.openxmlformats.org/officeDocument/2006/relationships/notesMaster" Target="/ppt/notesMasters/notesMaster1.xml" Id="Rcad9ee3965394bb1" /><Relationship Type="http://schemas.openxmlformats.org/officeDocument/2006/relationships/presProps" Target="/ppt/presProps.xml" Id="Rf5c7ac8661024fd5" /><Relationship Type="http://schemas.openxmlformats.org/officeDocument/2006/relationships/tableStyles" Target="/ppt/tableStyles.xml" Id="Rb03844a3c9db4233" /><Relationship Type="http://schemas.openxmlformats.org/officeDocument/2006/relationships/slide" Target="/ppt/slides/slide1.xml" Id="R2887162df25b4fad" /><Relationship Type="http://schemas.openxmlformats.org/officeDocument/2006/relationships/slide" Target="/ppt/slides/slide2.xml" Id="R05c1e342fdc74edd" /><Relationship Type="http://schemas.openxmlformats.org/officeDocument/2006/relationships/slide" Target="/ppt/slides/slide3.xml" Id="R61ddb1dded024b3d" /><Relationship Type="http://schemas.openxmlformats.org/officeDocument/2006/relationships/slide" Target="/ppt/slides/slide4.xml" Id="R5f68377580934a1c" /><Relationship Type="http://schemas.openxmlformats.org/officeDocument/2006/relationships/slide" Target="/ppt/slides/slide5.xml" Id="Ra215b3b4c8c043ea" /><Relationship Type="http://schemas.openxmlformats.org/officeDocument/2006/relationships/slide" Target="/ppt/slides/slide6.xml" Id="Rf74d098ac8ca4773" /><Relationship Type="http://schemas.openxmlformats.org/officeDocument/2006/relationships/slide" Target="/ppt/slides/slide7.xml" Id="Rb093f1e123ce4f34" /><Relationship Type="http://schemas.openxmlformats.org/officeDocument/2006/relationships/slide" Target="/ppt/slides/slide8.xml" Id="R0caeb28340174409" /><Relationship Type="http://schemas.openxmlformats.org/officeDocument/2006/relationships/slide" Target="/ppt/slides/slide9.xml" Id="R14c74047df63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b7b98fa4db4b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dc09ad72744c05" /><Relationship Type="http://schemas.openxmlformats.org/officeDocument/2006/relationships/notesMaster" Target="/ppt/notesMasters/notesMaster1.xml" Id="Rcc8745332cf0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d2fbd04e1841bd" /><Relationship Type="http://schemas.openxmlformats.org/officeDocument/2006/relationships/notesMaster" Target="/ppt/notesMasters/notesMaster1.xml" Id="R446e9e59ea7f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827011da64285" /><Relationship Type="http://schemas.openxmlformats.org/officeDocument/2006/relationships/notesMaster" Target="/ppt/notesMasters/notesMaster1.xml" Id="Redf66fc813f6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8ddbbf5f9540b5" /><Relationship Type="http://schemas.openxmlformats.org/officeDocument/2006/relationships/notesMaster" Target="/ppt/notesMasters/notesMaster1.xml" Id="Red6d257848da42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aa6626de37478d" /><Relationship Type="http://schemas.openxmlformats.org/officeDocument/2006/relationships/notesMaster" Target="/ppt/notesMasters/notesMaster1.xml" Id="Rc09635c0be2e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89189404d4544" /><Relationship Type="http://schemas.openxmlformats.org/officeDocument/2006/relationships/notesMaster" Target="/ppt/notesMasters/notesMaster1.xml" Id="R3157de69a6a9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0ca728d224204" /><Relationship Type="http://schemas.openxmlformats.org/officeDocument/2006/relationships/notesMaster" Target="/ppt/notesMasters/notesMaster1.xml" Id="R7404c6c3715d41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9187a0a3e84848" /><Relationship Type="http://schemas.openxmlformats.org/officeDocument/2006/relationships/notesMaster" Target="/ppt/notesMasters/notesMaster1.xml" Id="Rf91a5b53b9934f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8d511d08b4de7" /><Relationship Type="http://schemas.openxmlformats.org/officeDocument/2006/relationships/notesMaster" Target="/ppt/notesMasters/notesMaster1.xml" Id="R067d58a605f841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0bce795d34e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8975878894af9" /><Relationship Type="http://schemas.openxmlformats.org/officeDocument/2006/relationships/slideLayout" Target="/ppt/slideLayouts/slideLayout1.xml" Id="Rfb35a5290fff4e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5a5290fff4e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de2a73fbf484f" /><Relationship Type="http://schemas.openxmlformats.org/officeDocument/2006/relationships/notesSlide" Target="/ppt/notesSlides/notesSlide1.xml" Id="R00391e4d801045cf" /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6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0020ac4194c14" /><Relationship Type="http://schemas.openxmlformats.org/officeDocument/2006/relationships/notesSlide" Target="/ppt/notesSlides/notesSlide2.xml" Id="R07ba0bbbfe0f4dc7" /><Relationship Id="rId1" Type="http://schemas.openxmlformats.org/officeDocument/2006/relationships/slide" Target="slide1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01956efcf4231" /><Relationship Type="http://schemas.openxmlformats.org/officeDocument/2006/relationships/notesSlide" Target="/ppt/notesSlides/notesSlide3.xml" Id="R7646bdd27bf044ec" /><Relationship Id="rId1" Type="http://schemas.openxmlformats.org/officeDocument/2006/relationships/slide" Target="slide1.xml"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768cd231348dc" /><Relationship Type="http://schemas.openxmlformats.org/officeDocument/2006/relationships/notesSlide" Target="/ppt/notesSlides/notesSlide4.xml" Id="Rc05ef594e0144744" /><Relationship Id="rId1" Type="http://schemas.openxmlformats.org/officeDocument/2006/relationships/slide" Target="slide1.xm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890602d042f3" /><Relationship Type="http://schemas.openxmlformats.org/officeDocument/2006/relationships/notesSlide" Target="/ppt/notesSlides/notesSlide5.xml" Id="Rf44aa3fc27df44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7cb7d95654d05" /><Relationship Type="http://schemas.openxmlformats.org/officeDocument/2006/relationships/notesSlide" Target="/ppt/notesSlides/notesSlide6.xml" Id="R4a5af46967714113" /><Relationship Id="rId1" Type="http://schemas.openxmlformats.org/officeDocument/2006/relationships/slide" Target="slide1.xml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3f7fd7ba84ae9" /><Relationship Type="http://schemas.openxmlformats.org/officeDocument/2006/relationships/notesSlide" Target="/ppt/notesSlides/notesSlide7.xml" Id="Re2b4a21c99ca4921" /><Relationship Id="rId1" Type="http://schemas.openxmlformats.org/officeDocument/2006/relationships/slide" Target="slide1.xml"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a6a7d2b854bf1" /><Relationship Type="http://schemas.openxmlformats.org/officeDocument/2006/relationships/notesSlide" Target="/ppt/notesSlides/notesSlide8.xml" Id="Ra5fb991919f646da" /><Relationship Id="rId1" Type="http://schemas.openxmlformats.org/officeDocument/2006/relationships/slide" Target="slide1.xml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e422642a4c10" /><Relationship Type="http://schemas.openxmlformats.org/officeDocument/2006/relationships/notesSlide" Target="/ppt/notesSlides/notesSlide9.xml" Id="R5aa704eebb834573" /></Relationships>
</file>

<file path=ppt/slides/slide1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utline-title">
            <a:extLst xmlns:a="http://schemas.openxmlformats.org/drawingml/2006/main">
              <a:ext uri="{FF2B5EF4-FFF2-40B4-BE49-F238E27FC236}">
                <a16:creationId xmlns:a16="http://schemas.microsoft.com/office/drawing/2014/main" id="{DD8208DB-490F-41E0-B49F-8953CAC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学习问题记录目录</a:t>
            </a:r>
          </a:p>
        </p:txBody>
      </p:sp>
      <p:sp>
        <p:nvSpPr>
          <p:cNvPr id="2" name="outline-subtitle">
            <a:extLst xmlns:a="http://schemas.openxmlformats.org/drawingml/2006/main">
              <a:ext uri="{FF2B5EF4-FFF2-40B4-BE49-F238E27FC236}">
                <a16:creationId xmlns:a16="http://schemas.microsoft.com/office/drawing/2014/main" id="{0FD851D4-04A5-48C4-B345-FA5A3BE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选择新建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PPT 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或添加到已有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PPT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；添加时新问题按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002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003 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顺序追加。</a:t>
            </a:r>
          </a:p>
        </p:txBody>
      </p:sp>
      <p:sp>
        <p:nvSpPr>
          <p:cNvPr id="3" name="outline-entry-001-bg">
            <a:extLst xmlns:a="http://schemas.openxmlformats.org/drawingml/2006/main">
              <a:ext uri="{FF2B5EF4-FFF2-40B4-BE49-F238E27FC236}">
                <a16:creationId xmlns:a16="http://schemas.microsoft.com/office/drawing/2014/main" id="{65687F31-F77D-42CB-8529-E2DC0E66FB4A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4" name="outline-entry-001">
            <a:extLst xmlns:a="http://schemas.openxmlformats.org/drawingml/2006/main">
              <a:ext uri="{FF2B5EF4-FFF2-40B4-BE49-F238E27FC236}">
                <a16:creationId xmlns:a16="http://schemas.microsoft.com/office/drawing/2014/main" id="{1638E638-7C36-49A1-A40D-1E5D65EE6F67}"/>
              </a:ext>
            </a:extLst>
            <a:hlinkClick r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91C1C"/>
                </a:solidFill>
                <a:latin typeface="Times New Roman"/>
                <a:ea typeface="Times New Roman"/>
                <a:cs typeface="Times New Roman"/>
                <a:hlinkClick r:id="rId2" action="ppaction://hlinksldjump"/>
              </a:rPr>
              <a:t>001  .msh invalid grid</a:t>
            </a:r>
          </a:p>
        </p:txBody>
      </p:sp>
      <p:sp>
        <p:nvSpPr>
          <p:cNvPr id="5" name="outline-entry-002-bg">
            <a:extLst xmlns:a="http://schemas.openxmlformats.org/drawingml/2006/main">
              <a:ext uri="{FF2B5EF4-FFF2-40B4-BE49-F238E27FC236}">
                <a16:creationId xmlns:a16="http://schemas.microsoft.com/office/drawing/2014/main" id="{06E3C1EE-D8A1-4BB1-AE75-8FD069A5C982}"/>
              </a:ext>
            </a:extLst>
            <a:hlinkClick r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6" name="outline-entry-002">
            <a:extLst xmlns:a="http://schemas.openxmlformats.org/drawingml/2006/main">
              <a:ext uri="{FF2B5EF4-FFF2-40B4-BE49-F238E27FC236}">
                <a16:creationId xmlns:a16="http://schemas.microsoft.com/office/drawing/2014/main" id="{1F5AE94E-BFBF-42B6-A946-1B45657AF593}"/>
              </a:ext>
            </a:extLst>
            <a:hlinkClick r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91C1C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002  git push rejected</a:t>
            </a:r>
          </a:p>
        </p:txBody>
      </p:sp>
      <p:sp>
        <p:nvSpPr>
          <p:cNvPr id="7" name="outline-note">
            <a:extLst xmlns:a="http://schemas.openxmlformats.org/drawingml/2006/main">
              <a:ext uri="{FF2B5EF4-FFF2-40B4-BE49-F238E27FC236}">
                <a16:creationId xmlns:a16="http://schemas.microsoft.com/office/drawing/2014/main" id="{05253A79-E138-4E7F-8473-9333794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添加并更新：新问题插入在上一个问题的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Finish </a:t>
            </a: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页后，并刷新目录跳转。</a:t>
            </a:r>
          </a:p>
        </p:txBody>
      </p:sp>
    </p:spTree>
    <p:extLst>
      <p:ext uri="{BB962C8B-B14F-4D97-AF65-F5344CB8AC3E}">
        <p14:creationId xmlns:p14="http://schemas.microsoft.com/office/powerpoint/2010/main" val="204356286"/>
      </p:ext>
    </p:extLst>
  </p:cSld>
</p:sld>
</file>

<file path=ppt/slides/slide2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ssue-title-001">
            <a:extLst xmlns:a="http://schemas.openxmlformats.org/drawingml/2006/main">
              <a:ext uri="{FF2B5EF4-FFF2-40B4-BE49-F238E27FC236}">
                <a16:creationId xmlns:a16="http://schemas.microsoft.com/office/drawing/2014/main" id="{433FFB9E-6FDD-4982-8C0A-CFF1AA7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Fluent 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读取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 .msh 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后无反应并报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 invalid grid</a:t>
            </a:r>
          </a:p>
        </p:txBody>
      </p:sp>
      <p:sp>
        <p:nvSpPr>
          <p:cNvPr id="2" name="primary-screenshot-placeholder-001">
            <a:extLst xmlns:a="http://schemas.openxmlformats.org/drawingml/2006/main">
              <a:ext uri="{FF2B5EF4-FFF2-40B4-BE49-F238E27FC236}">
                <a16:creationId xmlns:a16="http://schemas.microsoft.com/office/drawing/2014/main" id="{67308B9D-9327-4861-9DE7-1ACEC1BC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9CA3AF"/>
            </a:solidFill>
            <a:prstDash val="solid"/>
          </a:ln>
        </p:spPr>
      </p:sp>
      <p:sp>
        <p:nvSpPr>
          <p:cNvPr id="3" name="screenshot-placeholder-text-001">
            <a:extLst xmlns:a="http://schemas.openxmlformats.org/drawingml/2006/main">
              <a:ext uri="{FF2B5EF4-FFF2-40B4-BE49-F238E27FC236}">
                <a16:creationId xmlns:a16="http://schemas.microsoft.com/office/drawing/2014/main" id="{D1A38756-F236-46E1-A383-10A8F0B2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rPr>
              <a:t>Paste problem screenshot here</a:t>
            </a:r>
          </a:p>
        </p:txBody>
      </p:sp>
      <p:sp>
        <p:nvSpPr>
          <p:cNvPr id="4" name="minimal-summary-001">
            <a:extLst xmlns:a="http://schemas.openxmlformats.org/drawingml/2006/main">
              <a:ext uri="{FF2B5EF4-FFF2-40B4-BE49-F238E27FC236}">
                <a16:creationId xmlns:a16="http://schemas.microsoft.com/office/drawing/2014/main" id="{C8328BE2-9B68-44D1-9F12-0804A24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现象：导入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Case1.msh 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后界面无明显变化；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Check 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报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invalid grid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结论：文件能打开，但不是有效的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Fluent 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流体计算域网格。</a:t>
            </a:r>
          </a:p>
        </p:txBody>
      </p:sp>
      <p:sp>
        <p:nvSpPr>
          <p:cNvPr id="5" name="footer-back-to-outline-001">
            <a:extLst xmlns:a="http://schemas.openxmlformats.org/drawingml/2006/main">
              <a:ext uri="{FF2B5EF4-FFF2-40B4-BE49-F238E27FC236}">
                <a16:creationId xmlns:a16="http://schemas.microsoft.com/office/drawing/2014/main" id="{E6579D99-985D-4975-87FC-1F47E73A15C9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001 | Fluent / ICEM mesh import</a:t>
            </a:r>
          </a:p>
        </p:txBody>
      </p:sp>
    </p:spTree>
    <p:extLst>
      <p:ext uri="{BB962C8B-B14F-4D97-AF65-F5344CB8AC3E}">
        <p14:creationId xmlns:p14="http://schemas.microsoft.com/office/powerpoint/2010/main" val="1190509800"/>
      </p:ext>
    </p:extLst>
  </p:cSld>
</p:sld>
</file>

<file path=ppt/slides/slide3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use-title-001">
            <a:extLst xmlns:a="http://schemas.openxmlformats.org/drawingml/2006/main">
              <a:ext uri="{FF2B5EF4-FFF2-40B4-BE49-F238E27FC236}">
                <a16:creationId xmlns:a16="http://schemas.microsoft.com/office/drawing/2014/main" id="{EFADB32B-0F79-4DB2-90D0-FB9849E3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原因排查</a:t>
            </a:r>
          </a:p>
        </p:txBody>
      </p:sp>
      <p:sp>
        <p:nvSpPr>
          <p:cNvPr id="2" name="cause-list-001">
            <a:extLst xmlns:a="http://schemas.openxmlformats.org/drawingml/2006/main">
              <a:ext uri="{FF2B5EF4-FFF2-40B4-BE49-F238E27FC236}">
                <a16:creationId xmlns:a16="http://schemas.microsoft.com/office/drawing/2014/main" id="{0E65364B-43F4-49E9-B1FA-FFAD5201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A. Fluent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软件未响应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Ruled out</a:t>
            </a:r>
          </a:p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B. .msh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文件能打开但网格域无效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Final cause</a:t>
            </a:r>
          </a:p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导入流程或检查命令异常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Partly related</a:t>
            </a:r>
          </a:p>
        </p:txBody>
      </p:sp>
      <p:sp>
        <p:nvSpPr>
          <p:cNvPr id="3" name="cause-note-001">
            <a:extLst xmlns:a="http://schemas.openxmlformats.org/drawingml/2006/main">
              <a:ext uri="{FF2B5EF4-FFF2-40B4-BE49-F238E27FC236}">
                <a16:creationId xmlns:a16="http://schemas.microsoft.com/office/drawing/2014/main" id="{0B8EB90A-86BA-4F26-9B32-85924E5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详细判断依据、尝试过程和排除理由放在</a:t>
            </a: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speaker notes</a:t>
            </a: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footer-back-to-outline-001">
            <a:extLst xmlns:a="http://schemas.openxmlformats.org/drawingml/2006/main">
              <a:ext uri="{FF2B5EF4-FFF2-40B4-BE49-F238E27FC236}">
                <a16:creationId xmlns:a16="http://schemas.microsoft.com/office/drawing/2014/main" id="{D5189AB7-22CF-44E0-B348-2B701461F1F4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001 | Fluent / ICEM mesh import</a:t>
            </a:r>
          </a:p>
        </p:txBody>
      </p:sp>
    </p:spTree>
    <p:extLst>
      <p:ext uri="{BB962C8B-B14F-4D97-AF65-F5344CB8AC3E}">
        <p14:creationId xmlns:p14="http://schemas.microsoft.com/office/powerpoint/2010/main" val="960039655"/>
      </p:ext>
    </p:extLst>
  </p:cSld>
</p:sld>
</file>

<file path=ppt/slides/slide4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lution-title-001">
            <a:extLst xmlns:a="http://schemas.openxmlformats.org/drawingml/2006/main">
              <a:ext uri="{FF2B5EF4-FFF2-40B4-BE49-F238E27FC236}">
                <a16:creationId xmlns:a16="http://schemas.microsoft.com/office/drawing/2014/main" id="{76B19A03-D95B-487C-9AFC-51BF4173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solution-copy-001">
            <a:extLst xmlns:a="http://schemas.openxmlformats.org/drawingml/2006/main">
              <a:ext uri="{FF2B5EF4-FFF2-40B4-BE49-F238E27FC236}">
                <a16:creationId xmlns:a16="http://schemas.microsoft.com/office/drawing/2014/main" id="{87CEE1EF-293D-45C0-B568-6F84C07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回到几何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网格阶段，重建有效流体计算域。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重新导出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.msh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Fluent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中重新导入并执行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Check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solution-screenshot-placeholder-001">
            <a:extLst xmlns:a="http://schemas.openxmlformats.org/drawingml/2006/main">
              <a:ext uri="{FF2B5EF4-FFF2-40B4-BE49-F238E27FC236}">
                <a16:creationId xmlns:a16="http://schemas.microsoft.com/office/drawing/2014/main" id="{68CE6174-81CA-4DC4-B0F2-1BDA5343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933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9CA3AF"/>
            </a:solidFill>
            <a:prstDash val="solid"/>
          </a:ln>
        </p:spPr>
      </p:sp>
      <p:sp>
        <p:nvSpPr>
          <p:cNvPr id="4" name="solution-screenshot-placeholder-text-001">
            <a:extLst xmlns:a="http://schemas.openxmlformats.org/drawingml/2006/main">
              <a:ext uri="{FF2B5EF4-FFF2-40B4-BE49-F238E27FC236}">
                <a16:creationId xmlns:a16="http://schemas.microsoft.com/office/drawing/2014/main" id="{868F6C6C-453F-4C5D-B55A-9B67D9A2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rPr>
              <a:t>Paste solution process screenshot here</a:t>
            </a:r>
          </a:p>
        </p:txBody>
      </p:sp>
      <p:sp>
        <p:nvSpPr>
          <p:cNvPr id="5" name="footer-back-to-outline-001">
            <a:extLst xmlns:a="http://schemas.openxmlformats.org/drawingml/2006/main">
              <a:ext uri="{FF2B5EF4-FFF2-40B4-BE49-F238E27FC236}">
                <a16:creationId xmlns:a16="http://schemas.microsoft.com/office/drawing/2014/main" id="{E9FA6B49-7727-4DDF-86C3-2EE8793800B4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001 | Fluent / ICEM mesh import</a:t>
            </a:r>
          </a:p>
        </p:txBody>
      </p:sp>
    </p:spTree>
    <p:extLst>
      <p:ext uri="{BB962C8B-B14F-4D97-AF65-F5344CB8AC3E}">
        <p14:creationId xmlns:p14="http://schemas.microsoft.com/office/powerpoint/2010/main" val="499937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nish">
            <a:extLst xmlns:a="http://schemas.openxmlformats.org/drawingml/2006/main">
              <a:ext uri="{FF2B5EF4-FFF2-40B4-BE49-F238E27FC236}">
                <a16:creationId xmlns:a16="http://schemas.microsoft.com/office/drawing/2014/main" id="{C32639CF-ABE3-4785-991E-CC90E7F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DC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1">
                <a:solidFill>
                  <a:srgbClr val="DC2626"/>
                </a:solidFill>
                <a:latin typeface="Times New Roman"/>
                <a:ea typeface="Times New Roman"/>
                <a:cs typeface="Times New Roman"/>
              </a:rPr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548045064"/>
      </p:ext>
    </p:extLst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ssue-title-002">
            <a:extLst xmlns:a="http://schemas.openxmlformats.org/drawingml/2006/main">
              <a:ext uri="{FF2B5EF4-FFF2-40B4-BE49-F238E27FC236}">
                <a16:creationId xmlns:a16="http://schemas.microsoft.com/office/drawing/2014/main" id="{EDB5517C-172E-44DA-8D30-F93BC264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Git push 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被拒绝并提示</a:t>
            </a:r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 remote contains work</a:t>
            </a:r>
          </a:p>
        </p:txBody>
      </p:sp>
      <p:sp>
        <p:nvSpPr>
          <p:cNvPr id="2" name="primary-screenshot-placeholder-002">
            <a:extLst xmlns:a="http://schemas.openxmlformats.org/drawingml/2006/main">
              <a:ext uri="{FF2B5EF4-FFF2-40B4-BE49-F238E27FC236}">
                <a16:creationId xmlns:a16="http://schemas.microsoft.com/office/drawing/2014/main" id="{F9392E86-82CB-4265-947C-FBF26F2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9CA3AF"/>
            </a:solidFill>
            <a:prstDash val="solid"/>
          </a:ln>
        </p:spPr>
      </p:sp>
      <p:sp>
        <p:nvSpPr>
          <p:cNvPr id="3" name="screenshot-placeholder-text-002">
            <a:extLst xmlns:a="http://schemas.openxmlformats.org/drawingml/2006/main">
              <a:ext uri="{FF2B5EF4-FFF2-40B4-BE49-F238E27FC236}">
                <a16:creationId xmlns:a16="http://schemas.microsoft.com/office/drawing/2014/main" id="{4B291408-D986-44A1-A307-AA36CDD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rPr>
              <a:t>Paste problem screenshot here</a:t>
            </a:r>
          </a:p>
        </p:txBody>
      </p:sp>
      <p:sp>
        <p:nvSpPr>
          <p:cNvPr id="4" name="minimal-summary-002">
            <a:extLst xmlns:a="http://schemas.openxmlformats.org/drawingml/2006/main">
              <a:ext uri="{FF2B5EF4-FFF2-40B4-BE49-F238E27FC236}">
                <a16:creationId xmlns:a16="http://schemas.microsoft.com/office/drawing/2014/main" id="{C40A2E79-217C-493E-BF48-0D97C05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现象：本地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push 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被拒绝，远端已有本地没有的提交。</a:t>
            </a:r>
          </a:p>
          <a:p xmlns:a="http://schemas.openxmlformats.org/drawingml/2006/main">
            <a:pPr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结论：先同步远端更新，再解决冲突并重新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push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ooter-back-to-outline-002">
            <a:extLst xmlns:a="http://schemas.openxmlformats.org/drawingml/2006/main">
              <a:ext uri="{FF2B5EF4-FFF2-40B4-BE49-F238E27FC236}">
                <a16:creationId xmlns:a16="http://schemas.microsoft.com/office/drawing/2014/main" id="{44C9B2E4-6375-4BA5-90A5-9FE44E085458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002 | Git remote update</a:t>
            </a:r>
          </a:p>
        </p:txBody>
      </p:sp>
    </p:spTree>
    <p:extLst>
      <p:ext uri="{BB962C8B-B14F-4D97-AF65-F5344CB8AC3E}">
        <p14:creationId xmlns:p14="http://schemas.microsoft.com/office/powerpoint/2010/main" val="1343239130"/>
      </p:ext>
    </p:extLst>
  </p:cSld>
</p:sld>
</file>

<file path=ppt/slides/slide7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use-title-002">
            <a:extLst xmlns:a="http://schemas.openxmlformats.org/drawingml/2006/main">
              <a:ext uri="{FF2B5EF4-FFF2-40B4-BE49-F238E27FC236}">
                <a16:creationId xmlns:a16="http://schemas.microsoft.com/office/drawing/2014/main" id="{EE44995C-5E8C-405D-A061-B7D2450A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原因排查</a:t>
            </a:r>
          </a:p>
        </p:txBody>
      </p:sp>
      <p:sp>
        <p:nvSpPr>
          <p:cNvPr id="2" name="cause-list-002">
            <a:extLst xmlns:a="http://schemas.openxmlformats.org/drawingml/2006/main">
              <a:ext uri="{FF2B5EF4-FFF2-40B4-BE49-F238E27FC236}">
                <a16:creationId xmlns:a16="http://schemas.microsoft.com/office/drawing/2014/main" id="{14640CD4-5D5F-4581-A509-37B67DA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网络或权限异常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Ruled out</a:t>
            </a:r>
          </a:p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远端分支已有新提交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Final cause</a:t>
            </a:r>
          </a:p>
          <a:p xmlns:a="http://schemas.openxmlformats.org/drawingml/2006/main">
            <a:pPr>
              <a:def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本地分支落后于远端</a:t>
            </a:r>
            <a:r>
              <a:rPr sz="2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      Partly related</a:t>
            </a:r>
          </a:p>
        </p:txBody>
      </p:sp>
      <p:sp>
        <p:nvSpPr>
          <p:cNvPr id="3" name="cause-note-002">
            <a:extLst xmlns:a="http://schemas.openxmlformats.org/drawingml/2006/main">
              <a:ext uri="{FF2B5EF4-FFF2-40B4-BE49-F238E27FC236}">
                <a16:creationId xmlns:a16="http://schemas.microsoft.com/office/drawing/2014/main" id="{9B0EEBC3-AE2F-4F9B-B656-AB0CD13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详细判断依据、尝试过程和排除理由放在</a:t>
            </a: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speaker notes</a:t>
            </a:r>
            <a:r>
              <a:rPr sz="16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footer-back-to-outline-002">
            <a:extLst xmlns:a="http://schemas.openxmlformats.org/drawingml/2006/main">
              <a:ext uri="{FF2B5EF4-FFF2-40B4-BE49-F238E27FC236}">
                <a16:creationId xmlns:a16="http://schemas.microsoft.com/office/drawing/2014/main" id="{91EEB2E7-06D1-4642-88B9-6B34748137C3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002 | Git remote update</a:t>
            </a:r>
          </a:p>
        </p:txBody>
      </p:sp>
    </p:spTree>
    <p:extLst>
      <p:ext uri="{BB962C8B-B14F-4D97-AF65-F5344CB8AC3E}">
        <p14:creationId xmlns:p14="http://schemas.microsoft.com/office/powerpoint/2010/main" val="522321886"/>
      </p:ext>
    </p:extLst>
  </p:cSld>
</p:sld>
</file>

<file path=ppt/slides/slide8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lution-title-002">
            <a:extLst xmlns:a="http://schemas.openxmlformats.org/drawingml/2006/main">
              <a:ext uri="{FF2B5EF4-FFF2-40B4-BE49-F238E27FC236}">
                <a16:creationId xmlns:a16="http://schemas.microsoft.com/office/drawing/2014/main" id="{24645C2E-64B1-4657-A6B8-F7F3EF81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solution-copy-002">
            <a:extLst xmlns:a="http://schemas.openxmlformats.org/drawingml/2006/main">
              <a:ext uri="{FF2B5EF4-FFF2-40B4-BE49-F238E27FC236}">
                <a16:creationId xmlns:a16="http://schemas.microsoft.com/office/drawing/2014/main" id="{02149861-94F5-4B2A-AF37-EB8BD055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fetch / pull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同步远端分支。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解决冲突后提交。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确认历史正确后重新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push</a:t>
            </a:r>
            <a:r>
              <a:rPr sz="18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solution-screenshot-placeholder-002">
            <a:extLst xmlns:a="http://schemas.openxmlformats.org/drawingml/2006/main">
              <a:ext uri="{FF2B5EF4-FFF2-40B4-BE49-F238E27FC236}">
                <a16:creationId xmlns:a16="http://schemas.microsoft.com/office/drawing/2014/main" id="{1BB553CA-F390-44B2-BFB2-8F58BB21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933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9CA3AF"/>
            </a:solidFill>
            <a:prstDash val="solid"/>
          </a:ln>
        </p:spPr>
      </p:sp>
      <p:sp>
        <p:nvSpPr>
          <p:cNvPr id="4" name="solution-screenshot-placeholder-text-002">
            <a:extLst xmlns:a="http://schemas.openxmlformats.org/drawingml/2006/main">
              <a:ext uri="{FF2B5EF4-FFF2-40B4-BE49-F238E27FC236}">
                <a16:creationId xmlns:a16="http://schemas.microsoft.com/office/drawing/2014/main" id="{D28727F5-880A-4D02-8405-4FB76995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</a:rPr>
              <a:t>Paste solution process screenshot here</a:t>
            </a:r>
          </a:p>
        </p:txBody>
      </p:sp>
      <p:sp>
        <p:nvSpPr>
          <p:cNvPr id="5" name="footer-back-to-outline-002">
            <a:extLst xmlns:a="http://schemas.openxmlformats.org/drawingml/2006/main">
              <a:ext uri="{FF2B5EF4-FFF2-40B4-BE49-F238E27FC236}">
                <a16:creationId xmlns:a16="http://schemas.microsoft.com/office/drawing/2014/main" id="{31FE587D-7F4D-4F5A-8DC5-C5B7621356E6}"/>
              </a:ext>
            </a:extLst>
            <a:hlinkClick r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hlinkClick r:id="rId1" action="ppaction://hlinksldjump"/>
              </a:rPr>
              <a:t>Issue 002 | Git remote update</a:t>
            </a:r>
          </a:p>
        </p:txBody>
      </p:sp>
    </p:spTree>
    <p:extLst>
      <p:ext uri="{BB962C8B-B14F-4D97-AF65-F5344CB8AC3E}">
        <p14:creationId xmlns:p14="http://schemas.microsoft.com/office/powerpoint/2010/main" val="1475902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nish">
            <a:extLst xmlns:a="http://schemas.openxmlformats.org/drawingml/2006/main">
              <a:ext uri="{FF2B5EF4-FFF2-40B4-BE49-F238E27FC236}">
                <a16:creationId xmlns:a16="http://schemas.microsoft.com/office/drawing/2014/main" id="{867BDB24-6907-43B0-A953-9D23A581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DC26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1">
                <a:solidFill>
                  <a:srgbClr val="DC2626"/>
                </a:solidFill>
                <a:latin typeface="Times New Roman"/>
                <a:ea typeface="Times New Roman"/>
                <a:cs typeface="Times New Roman"/>
              </a:rPr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65107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2026-08-18T08:40:19.5920000Z</dcterms:created>
  <dcterms:modified xsi:type="dcterms:W3CDTF">2026-08-18T08:40:19.5920000Z</dcterms:modified>
</coreProperties>
</file>